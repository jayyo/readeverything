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Office move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Friday, 6 November · two van trips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Thursday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 up the NAS</a:t>
            </a:r>
          </a:p>
          <a:p>
            <a:r>
              <a:t>Label every box with its room</a:t>
            </a:r>
          </a:p>
          <a:p>
            <a:r>
              <a:t>Write down the router admin URL</a:t>
            </a:r>
          </a:p>
          <a:p>
            <a:r>
              <a:t>화분은 수요일에 물 주기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 move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